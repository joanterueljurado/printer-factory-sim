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72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Printer Factory Simulator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72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 — Autonomy &amp;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72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discrete-event supply-chain simulation with three autonomous AI agents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Coordination  |  Scenario-Driven Stress Testing  |  Emergent Behaviour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2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FastAPI apps orchestrated by a Turn Engine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0" y="1554480"/>
            <a:ext cx="384048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554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Engine (orchestrator)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926080" cy="1645920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API :8001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supplier.db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Pricing Tiers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3017520"/>
            <a:ext cx="2926080" cy="1645920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API :8002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429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simulator.db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Production, Inventory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Orders, BOM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 Metrics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3017520"/>
            <a:ext cx="2926080" cy="1645920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API :8003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3429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retailer.db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Catalog, Customer Orders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Stock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Metrics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286000"/>
            <a:ext cx="-210312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035040" y="2286000"/>
            <a:ext cx="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223760" y="2286000"/>
            <a:ext cx="2560320" cy="7315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0" y="3840480"/>
            <a:ext cx="914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3840480"/>
            <a:ext cx="9144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072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touches another's database. All coordination happens through HTTP + shared world state.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76072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SQLite DBs  |  3 FastAPI apps  |  1 Turn Engine  |  Scenario-driven events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Provider Manager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2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skills/provider-manager.md — Manages raw material stock &amp; pricing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0352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Assess — query stock levels &amp; pending orders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Restock — replenish products below 50% of starting level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Adjust Prices — raise if stock &lt; 30%, lower if &gt; 150%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Summarise — structured log for engine capture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Signal Response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8745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supply_modifier &lt; 0.7 → raise prices, conserve stock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demand_modifier &gt; 1.5 → build stock ahead of surge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15% price change per day (gradual adjustments)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let stock hit zero if orders are pending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064240" cy="1645920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136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CLI Commands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25196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./provider-cli stock  |  ./provider-cli orders list  |  ./provider-cli catalog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./provider-cli restock &lt;product&gt; &lt;qty&gt;  |  ./provider-cli price set &lt;product&gt; &lt;tier&gt; &lt;price&gt;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NEVER calls day advance — Turn Engine is the sole orchestrator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Manufacturer Manager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2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skills/manufacturer-manager.md — Production planning &amp; material procurement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0352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 (6 steps)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Assess — day, wallet, stock, capacity, sales orders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Identify Bottlenecks — compare BOM vs inventory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Release Production — prioritize older orders first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Plan Material Orders — bulk buy for tier discounts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Adjust Pricing — raise if wallet &lt; 3000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Report — structured summary for logging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Constraints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87452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production capacity: 10 units (configurable)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check wallet before ordering materials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check supplier stock before placing PO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pricing: 10+ = -10%, 50+ = -18%, 100+ = -25%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reserved on release, consumed on completion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1064240" cy="1371600"/>
          </a:xfrm>
          <a:prstGeom prst="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18795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Signal 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5262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demand_modifier &gt; 1.0 → keep stock ready, consider price increases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demand_modifier &lt; 1.0 → conserve cash, reduce orders, avoid overproduction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Retail Manager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2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skills/retail-manager.md — Customer fulfillment &amp; pricing strategy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0352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Fulfill — ship from stock or backorder each pending order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Reorder — purchase from manufacturer if stock &lt; 3 days demand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Price — raise 5% if stock low, lower 5% if piling up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Summarise — orders fulfilled, backordered, purchases placed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8745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leave customer orders in 'pending' status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price MUST be &gt; manufacturer wholesale + 20%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enough to cover ~5 days of expected demand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Backordered orders trigger extra reorder quantity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064240" cy="1645920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136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Signal Response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25196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demand_modifier &gt; 1.5 → place larger purchase orders now, hold or raise prices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demand_modifier &lt; 0.8 → slow reorders, consider cutting prices 5%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price_sensitivity = 'high' → be cautious raising prices, customers are shopping around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2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scenarios: calm baseline vs. volatile holiday rush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03520" cy="2377440"/>
          </a:xfrm>
          <a:prstGeom prst="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Market (Control)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days, stable demand (mean=4, var=1)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demand_modifier = 1.0 throughout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supply_modifier = 1.0 throughout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establish baseline agent behaviour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disruptions — tests steady-state decisions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2377440"/>
          </a:xfrm>
          <a:prstGeom prst="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Rush (Volatile)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874520"/>
            <a:ext cx="50292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1-10: Normal (demand=1.0x, supply=1.0x)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11-13: Black Friday (demand=3.0x, price-sensitive)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14-20: Chip Shortage (supply=0.4x, lead time=2.0x)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18-25: Christmas (demand=2.5x, supply=0.6x)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18-20: COMPOUND (demand=3.75x, supply=0.24x)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1064240" cy="1463040"/>
          </a:xfrm>
          <a:prstGeom prst="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Rush Timeline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98448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82496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66544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50592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34640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18688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02736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86784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70832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38928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22976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07024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91072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75120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59168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43216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27264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11312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95360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979408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363456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747504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131552" y="5349240"/>
            <a:ext cx="384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14400" y="4846320"/>
            <a:ext cx="3840480" cy="228600"/>
          </a:xfrm>
          <a:prstGeom prst="rect">
            <a:avLst>
              <a:gd name="adj" fmla="val 20000"/>
            </a:avLst>
          </a:prstGeom>
          <a:solidFill>
            <a:srgbClr val="475569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617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4846320"/>
            <a:ext cx="1152144" cy="228600"/>
          </a:xfrm>
          <a:prstGeom prst="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4617720"/>
            <a:ext cx="11521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07024" y="5102352"/>
            <a:ext cx="2688336" cy="201168"/>
          </a:xfrm>
          <a:prstGeom prst="rect">
            <a:avLst>
              <a:gd name="adj" fmla="val 22727"/>
            </a:avLst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5907024" y="4617720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Shortage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3216" y="4846320"/>
            <a:ext cx="3072384" cy="228600"/>
          </a:xfrm>
          <a:prstGeom prst="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7443216" y="4389120"/>
            <a:ext cx="3072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Christmas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2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2-3 simulated days with all three agents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91440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turn_engine.py config/sim.json scenarios/holiday-rush.json 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347472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992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32004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decisions printed per turn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signals passed to each agent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summary: orders / fulfilled / backordered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changes and inventory shifts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926080"/>
            <a:ext cx="347472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9992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Behaviour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337560"/>
            <a:ext cx="32004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Bullwhip effect: demand amplified upstream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wars during low demand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Stockout cascades across the chain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WITHOUT direct communication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2926080"/>
            <a:ext cx="3291840" cy="2286000"/>
          </a:xfrm>
          <a:prstGeom prst="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9992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3337560"/>
            <a:ext cx="3017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localhost:8002 — full React SPA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SVG charts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timeline overlay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logs from all 3 apps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is the most important part. Have a plan for what to do if agents stall.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Inventory Over Time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1188720"/>
            <a:ext cx="5303520" cy="3657600"/>
          </a:xfrm>
          <a:prstGeom prst="rect">
            <a:avLst>
              <a:gd name="adj" fmla="val 2500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55080" y="12618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55080" y="1600200"/>
            <a:ext cx="5029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lines: parts stock (manufacturer), finished-printer stock (manufacturer), printer stock (retailer)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for: stock drawdowns during Black Friday (days 11-13), recovery patterns after the spike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shortage (days 14-20) should cause parts stock to plateau or drop as supply is constrained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Christmas overlap (days 18-20) is the stress peak — compound demand 3.75x with supply at 0.24x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manufacturer build stock ahead of Black Friday? If not, stockouts cascade downstream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Prices &amp; Order Fulfillment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303520" cy="24688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40480"/>
            <a:ext cx="5303520" cy="24688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943600" y="1188720"/>
            <a:ext cx="5669280" cy="2468880"/>
          </a:xfrm>
          <a:prstGeom prst="rect">
            <a:avLst>
              <a:gd name="adj" fmla="val 3704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080760" y="12618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Interpretation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080760" y="1600200"/>
            <a:ext cx="5394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lines: provider part price, manufacturer wholesale, retailer retail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should rise during shortage (days 14-20) as agents react to supply_modifier &lt; 0.7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prices stabilise or oscillate? Oscillation = agents overreacting to signals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sensitivity during Black Friday: did the retailer hold prices despite high demand?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43600" y="3840480"/>
            <a:ext cx="5669280" cy="2468880"/>
          </a:xfrm>
          <a:prstGeom prst="rect">
            <a:avLst>
              <a:gd name="adj" fmla="val 3704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80760" y="39136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Fulfillment Interpretation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080760" y="4251960"/>
            <a:ext cx="5394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bars: orders placed vs fulfilled vs backordered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Backorder spikes indicate stockouts — whose decision was the root cause?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calm scenario (near-100% fulfillment) vs holiday rush (gaps expected)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Bullwhip moment: demand variance amplified upstream through the chain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72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Lessons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03520" cy="2103120"/>
          </a:xfrm>
          <a:prstGeom prst="rect">
            <a:avLst>
              <a:gd name="adj" fmla="val 4348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53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Three-DB isolation: clean boundaries, no coupling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agent design: version-controlled, testable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Scenario-driven testing: reproducible stress conditions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Event-sourced logging: full audit trail for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03520" cy="2103120"/>
          </a:xfrm>
          <a:prstGeom prst="rect">
            <a:avLst>
              <a:gd name="adj" fmla="val 4348"/>
            </a:avLst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353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6916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can make bad calls that cascade into crises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ambiguities revealed mid-run (tuning needed)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events (3.75x demand + 0.24x supply) are brutal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is crucial — without metrics, analysis is impossible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1064240" cy="1645920"/>
          </a:xfrm>
          <a:prstGeom prst="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82219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416052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Emergence is the feature: coordination happens through world state, not direct communication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software handles execution; LLMs handle strategy; well-defined interfaces keep everything auditable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part was not any single component — it was keeping your head across all of them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architecture mirrors real autonomous systems: Uber surge pricing, Amazon warehouse robots, MMO economies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072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toy. This is the shape of real autonomous business systems.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28960" y="6309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Week 8 — Autonomy and Analysis</dc:subject>
  <dc:creator>Printer Factory Sim</dc:creator>
  <cp:lastModifiedBy>Printer Factory Sim</cp:lastModifiedBy>
  <cp:revision>1</cp:revision>
  <dcterms:created xsi:type="dcterms:W3CDTF">2026-05-28T13:35:46Z</dcterms:created>
  <dcterms:modified xsi:type="dcterms:W3CDTF">2026-05-28T13:35:46Z</dcterms:modified>
</cp:coreProperties>
</file>